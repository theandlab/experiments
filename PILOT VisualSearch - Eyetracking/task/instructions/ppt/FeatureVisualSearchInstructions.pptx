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89" r:id="rId3"/>
    <p:sldId id="278" r:id="rId4"/>
    <p:sldId id="279" r:id="rId5"/>
    <p:sldId id="280" r:id="rId6"/>
    <p:sldId id="281" r:id="rId7"/>
    <p:sldId id="282" r:id="rId8"/>
    <p:sldId id="290" r:id="rId9"/>
    <p:sldId id="283" r:id="rId10"/>
    <p:sldId id="284" r:id="rId11"/>
    <p:sldId id="285" r:id="rId12"/>
    <p:sldId id="286" r:id="rId13"/>
    <p:sldId id="287" r:id="rId14"/>
    <p:sldId id="28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706D"/>
    <a:srgbClr val="E8D0CB"/>
    <a:srgbClr val="66BCA3"/>
    <a:srgbClr val="F191A6"/>
    <a:srgbClr val="AA8DA4"/>
    <a:srgbClr val="AAA8A5"/>
    <a:srgbClr val="675762"/>
    <a:srgbClr val="BCA8A5"/>
    <a:srgbClr val="816F6D"/>
    <a:srgbClr val="C4A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59"/>
    <p:restoredTop sz="94643"/>
  </p:normalViewPr>
  <p:slideViewPr>
    <p:cSldViewPr snapToGrid="0" snapToObjects="1">
      <p:cViewPr varScale="1">
        <p:scale>
          <a:sx n="111" d="100"/>
          <a:sy n="111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0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7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8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2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4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9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7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1EE97829-96D1-424B-988E-07E762E01E7D}" type="datetimeFigureOut">
              <a:rPr lang="en-US" smtClean="0"/>
              <a:pPr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1266DAC8-F303-5A4C-81CC-AE032B62E5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0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 Neue Light"/>
          <a:ea typeface="+mj-ea"/>
          <a:cs typeface="Helvetica Neue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Helvetica Neue Light"/>
          <a:ea typeface="+mn-ea"/>
          <a:cs typeface="Helvetica Neue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Helvetica Neue Light"/>
          <a:ea typeface="+mn-ea"/>
          <a:cs typeface="Helvetica Neue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 Light"/>
          <a:ea typeface="+mn-ea"/>
          <a:cs typeface="Helvetica Neue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 Neue Light"/>
          <a:ea typeface="+mn-ea"/>
          <a:cs typeface="Helvetica Neue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 Neue Light"/>
          <a:ea typeface="+mn-ea"/>
          <a:cs typeface="Helvetica Neue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7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42139" y="4636615"/>
            <a:ext cx="5591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E8D0CB"/>
                </a:solidFill>
              </a:rPr>
              <a:t>Can you help me find my friend Dory?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6716C-7448-DB41-8F06-5E7C2EFED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30" y="521815"/>
            <a:ext cx="287171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5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7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Want to know a secret?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80E1D65-127F-C74A-86B1-05996E1C7D83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6F81E-C431-A544-99AA-5AC68939D397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8DC1F-75C4-F614-365E-38782E1476E3}"/>
              </a:ext>
            </a:extLst>
          </p:cNvPr>
          <p:cNvSpPr/>
          <p:nvPr/>
        </p:nvSpPr>
        <p:spPr>
          <a:xfrm>
            <a:off x="4987160" y="3136613"/>
            <a:ext cx="457200" cy="484202"/>
          </a:xfrm>
          <a:prstGeom prst="rect">
            <a:avLst/>
          </a:prstGeom>
          <a:solidFill>
            <a:srgbClr val="F191A6"/>
          </a:solidFill>
          <a:ln>
            <a:solidFill>
              <a:srgbClr val="F191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A25591-82BB-BE99-CEB3-EB6EC84583E6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66BCA3"/>
          </a:solidFill>
          <a:ln>
            <a:solidFill>
              <a:srgbClr val="66B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35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7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7877E41-F906-0A47-8A11-740E12C8B3A5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AE3710-FD0F-B44B-8FA8-E5E857A97F6C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37874-57BB-2644-945C-AE2550618E7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Dory likes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squares.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B7D849-0D10-5EC7-1B40-1C9BFB2152EA}"/>
              </a:ext>
            </a:extLst>
          </p:cNvPr>
          <p:cNvSpPr/>
          <p:nvPr/>
        </p:nvSpPr>
        <p:spPr>
          <a:xfrm>
            <a:off x="4987160" y="3136613"/>
            <a:ext cx="457200" cy="484202"/>
          </a:xfrm>
          <a:prstGeom prst="rect">
            <a:avLst/>
          </a:prstGeom>
          <a:solidFill>
            <a:srgbClr val="F191A6"/>
          </a:solidFill>
          <a:ln>
            <a:solidFill>
              <a:srgbClr val="F191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8F25D6-9EAD-1DA5-EC7F-E1B1C7DE8BDC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66BCA3"/>
          </a:solidFill>
          <a:ln>
            <a:solidFill>
              <a:srgbClr val="66B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7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Which one is the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square</a:t>
            </a:r>
            <a:r>
              <a:rPr lang="en-US" sz="3200" dirty="0">
                <a:solidFill>
                  <a:srgbClr val="E8D0CB"/>
                </a:solidFill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3981568-A09D-E64B-A055-54D8618068ED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9F4400-52C7-464F-87F1-539BC24BD39D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E98F02-574E-D397-D11F-32E7E53A1AB7}"/>
              </a:ext>
            </a:extLst>
          </p:cNvPr>
          <p:cNvSpPr/>
          <p:nvPr/>
        </p:nvSpPr>
        <p:spPr>
          <a:xfrm>
            <a:off x="4987160" y="3136613"/>
            <a:ext cx="457200" cy="484202"/>
          </a:xfrm>
          <a:prstGeom prst="rect">
            <a:avLst/>
          </a:prstGeom>
          <a:solidFill>
            <a:srgbClr val="F191A6"/>
          </a:solidFill>
          <a:ln>
            <a:solidFill>
              <a:srgbClr val="F191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F52BDA-834F-1CA7-EF53-26D5C464BE0F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66BCA3"/>
          </a:solidFill>
          <a:ln>
            <a:solidFill>
              <a:srgbClr val="66B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3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7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  <a:latin typeface="Comic Sans MS" panose="030F0902030302020204" pitchFamily="66" charset="0"/>
              </a:rPr>
              <a:t>GREAT JOB!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5510E53-6A2A-F649-8D1F-3FAB47043959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251B73-EF6B-C14D-9C2C-87518E88BA60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78DAC-214F-840F-E9F2-01D8707ECF6B}"/>
              </a:ext>
            </a:extLst>
          </p:cNvPr>
          <p:cNvSpPr/>
          <p:nvPr/>
        </p:nvSpPr>
        <p:spPr>
          <a:xfrm>
            <a:off x="4987160" y="3136613"/>
            <a:ext cx="457200" cy="484202"/>
          </a:xfrm>
          <a:prstGeom prst="rect">
            <a:avLst/>
          </a:prstGeom>
          <a:solidFill>
            <a:srgbClr val="F191A6"/>
          </a:solidFill>
          <a:ln>
            <a:solidFill>
              <a:srgbClr val="F191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0880FE-AAA1-5794-75BA-55FC555D3A39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66BCA3"/>
          </a:solidFill>
          <a:ln>
            <a:solidFill>
              <a:srgbClr val="66B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3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7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What color is the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rgbClr val="E8D0CB"/>
                </a:solidFill>
              </a:rPr>
              <a:t>other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square?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AF9EDB-DBFA-2644-A997-E0755955B9A7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37DB15-DDB0-B840-A0D2-1F531169A556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C15A7B-2558-2C2C-7C78-97969E041941}"/>
              </a:ext>
            </a:extLst>
          </p:cNvPr>
          <p:cNvSpPr/>
          <p:nvPr/>
        </p:nvSpPr>
        <p:spPr>
          <a:xfrm>
            <a:off x="4987160" y="3136613"/>
            <a:ext cx="457200" cy="484202"/>
          </a:xfrm>
          <a:prstGeom prst="rect">
            <a:avLst/>
          </a:prstGeom>
          <a:solidFill>
            <a:srgbClr val="F191A6"/>
          </a:solidFill>
          <a:ln>
            <a:solidFill>
              <a:srgbClr val="F191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4942C-B5D1-E39D-7CCA-8095E9561261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66BCA3"/>
          </a:solidFill>
          <a:ln>
            <a:solidFill>
              <a:srgbClr val="66B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7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Let’s find all of the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squares!</a:t>
            </a:r>
          </a:p>
        </p:txBody>
      </p:sp>
    </p:spTree>
    <p:extLst>
      <p:ext uri="{BB962C8B-B14F-4D97-AF65-F5344CB8AC3E}">
        <p14:creationId xmlns:p14="http://schemas.microsoft.com/office/powerpoint/2010/main" val="2906773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8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42139" y="4636615"/>
            <a:ext cx="5591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E8D0CB"/>
                </a:solidFill>
              </a:rPr>
              <a:t>Can you help me find my friend Dory?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6716C-7448-DB41-8F06-5E7C2EFED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30" y="521815"/>
            <a:ext cx="287171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9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8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Want to know a secret?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80E1D65-127F-C74A-86B1-05996E1C7D83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6F81E-C431-A544-99AA-5AC68939D397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3A204-040A-A0D2-66D3-444F543E614E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E8D0CB"/>
          </a:solidFill>
          <a:ln>
            <a:solidFill>
              <a:srgbClr val="E8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EC1391-08D6-28DA-C953-7400C5063275}"/>
              </a:ext>
            </a:extLst>
          </p:cNvPr>
          <p:cNvSpPr/>
          <p:nvPr/>
        </p:nvSpPr>
        <p:spPr>
          <a:xfrm>
            <a:off x="4987160" y="3136612"/>
            <a:ext cx="457200" cy="484202"/>
          </a:xfrm>
          <a:prstGeom prst="rect">
            <a:avLst/>
          </a:prstGeom>
          <a:solidFill>
            <a:srgbClr val="7D706D"/>
          </a:solidFill>
          <a:ln>
            <a:solidFill>
              <a:srgbClr val="7D7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7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8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Dory likes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squares.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EF8DD4C-147B-4447-A381-CAF8F03AB2B4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A3500B-BF33-434B-A9DC-B4A0D6D68B44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0B4F81-2124-74BB-DB18-CA09A6BCB35F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E8D0CB"/>
          </a:solidFill>
          <a:ln>
            <a:solidFill>
              <a:srgbClr val="E8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1DBFA7-59B4-64D8-45B8-E21B656A0ADA}"/>
              </a:ext>
            </a:extLst>
          </p:cNvPr>
          <p:cNvSpPr/>
          <p:nvPr/>
        </p:nvSpPr>
        <p:spPr>
          <a:xfrm>
            <a:off x="4987160" y="3136612"/>
            <a:ext cx="457200" cy="484202"/>
          </a:xfrm>
          <a:prstGeom prst="rect">
            <a:avLst/>
          </a:prstGeom>
          <a:solidFill>
            <a:srgbClr val="7D706D"/>
          </a:solidFill>
          <a:ln>
            <a:solidFill>
              <a:srgbClr val="7D7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8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8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Which one is the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square?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892F83D-1E45-1046-9862-E36FACE2CDEF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829205-046B-684E-B05F-C93054724920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1143AA-9529-B1CC-C63A-DAC8A41E961C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E8D0CB"/>
          </a:solidFill>
          <a:ln>
            <a:solidFill>
              <a:srgbClr val="E8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86B99B-8CC2-2B56-EA0C-107BF74A8DE0}"/>
              </a:ext>
            </a:extLst>
          </p:cNvPr>
          <p:cNvSpPr/>
          <p:nvPr/>
        </p:nvSpPr>
        <p:spPr>
          <a:xfrm>
            <a:off x="4987160" y="3136612"/>
            <a:ext cx="457200" cy="484202"/>
          </a:xfrm>
          <a:prstGeom prst="rect">
            <a:avLst/>
          </a:prstGeom>
          <a:solidFill>
            <a:srgbClr val="7D706D"/>
          </a:solidFill>
          <a:ln>
            <a:solidFill>
              <a:srgbClr val="7D7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47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8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  <a:latin typeface="Comic Sans MS" panose="030F0902030302020204" pitchFamily="66" charset="0"/>
              </a:rPr>
              <a:t>GREAT JOB!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652F515-6F04-ED44-ABFC-6B7FAED565C9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7EE18D-D261-5F4B-BB37-6E8B0FEF3E92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1B558-24ED-00A8-CDB4-A93007FB6A2C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E8D0CB"/>
          </a:solidFill>
          <a:ln>
            <a:solidFill>
              <a:srgbClr val="E8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4D72E0-C0AB-F88D-B69F-B9338270FD1C}"/>
              </a:ext>
            </a:extLst>
          </p:cNvPr>
          <p:cNvSpPr/>
          <p:nvPr/>
        </p:nvSpPr>
        <p:spPr>
          <a:xfrm>
            <a:off x="4987160" y="3136612"/>
            <a:ext cx="457200" cy="484202"/>
          </a:xfrm>
          <a:prstGeom prst="rect">
            <a:avLst/>
          </a:prstGeom>
          <a:solidFill>
            <a:srgbClr val="7D706D"/>
          </a:solidFill>
          <a:ln>
            <a:solidFill>
              <a:srgbClr val="7D7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81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8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What color is the </a:t>
            </a:r>
            <a:r>
              <a:rPr lang="en-US" sz="3200" b="1" dirty="0">
                <a:solidFill>
                  <a:srgbClr val="E8D0CB"/>
                </a:solidFill>
              </a:rPr>
              <a:t>other</a:t>
            </a:r>
            <a:r>
              <a:rPr lang="en-US" sz="3200" dirty="0">
                <a:solidFill>
                  <a:srgbClr val="E8D0CB"/>
                </a:solidFill>
              </a:rPr>
              <a:t> square?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9F90E1-B900-C84D-898C-1EB2B2713F11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E41496-AEB7-A845-B10A-8225DA336DE1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EF3D8-D15D-31A7-1B02-886C46CEE350}"/>
              </a:ext>
            </a:extLst>
          </p:cNvPr>
          <p:cNvSpPr/>
          <p:nvPr/>
        </p:nvSpPr>
        <p:spPr>
          <a:xfrm>
            <a:off x="7104995" y="3136613"/>
            <a:ext cx="457200" cy="484202"/>
          </a:xfrm>
          <a:prstGeom prst="rect">
            <a:avLst/>
          </a:prstGeom>
          <a:solidFill>
            <a:srgbClr val="E8D0CB"/>
          </a:solidFill>
          <a:ln>
            <a:solidFill>
              <a:srgbClr val="E8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2B932F-2037-4C54-E1F4-04208D6ED4BD}"/>
              </a:ext>
            </a:extLst>
          </p:cNvPr>
          <p:cNvSpPr/>
          <p:nvPr/>
        </p:nvSpPr>
        <p:spPr>
          <a:xfrm>
            <a:off x="4987160" y="3136612"/>
            <a:ext cx="457200" cy="484202"/>
          </a:xfrm>
          <a:prstGeom prst="rect">
            <a:avLst/>
          </a:prstGeom>
          <a:solidFill>
            <a:srgbClr val="7D706D"/>
          </a:solidFill>
          <a:ln>
            <a:solidFill>
              <a:srgbClr val="7D7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52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8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698171"/>
            <a:ext cx="5591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Let’s find all of the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squares!</a:t>
            </a:r>
          </a:p>
        </p:txBody>
      </p:sp>
    </p:spTree>
    <p:extLst>
      <p:ext uri="{BB962C8B-B14F-4D97-AF65-F5344CB8AC3E}">
        <p14:creationId xmlns:p14="http://schemas.microsoft.com/office/powerpoint/2010/main" val="27248980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3246</TotalTime>
  <Words>90</Words>
  <Application>Microsoft Office PowerPoint</Application>
  <PresentationFormat>On-screen Show (4:3)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Comic Sans MS</vt:lpstr>
      <vt:lpstr>Helvetica Neue Light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Lynn</dc:creator>
  <cp:lastModifiedBy>Lynn, Andrew</cp:lastModifiedBy>
  <cp:revision>17</cp:revision>
  <cp:lastPrinted>2019-02-11T20:46:57Z</cp:lastPrinted>
  <dcterms:created xsi:type="dcterms:W3CDTF">2018-12-14T19:46:57Z</dcterms:created>
  <dcterms:modified xsi:type="dcterms:W3CDTF">2024-10-25T19:27:17Z</dcterms:modified>
</cp:coreProperties>
</file>